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8" r:id="rId3"/>
    <p:sldId id="262" r:id="rId4"/>
    <p:sldId id="260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9" autoAdjust="0"/>
    <p:restoredTop sz="94660"/>
  </p:normalViewPr>
  <p:slideViewPr>
    <p:cSldViewPr snapToGrid="0">
      <p:cViewPr varScale="1">
        <p:scale>
          <a:sx n="96" d="100"/>
          <a:sy n="96" d="100"/>
        </p:scale>
        <p:origin x="29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5DC1-B831-400B-9F81-21998BE2659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24EE1-DE1D-468F-B9C6-71AB2860749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293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5DC1-B831-400B-9F81-21998BE2659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24EE1-DE1D-468F-B9C6-71AB286074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551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5DC1-B831-400B-9F81-21998BE2659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24EE1-DE1D-468F-B9C6-71AB2860749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369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5DC1-B831-400B-9F81-21998BE2659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24EE1-DE1D-468F-B9C6-71AB286074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65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5DC1-B831-400B-9F81-21998BE2659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24EE1-DE1D-468F-B9C6-71AB286074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649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5DC1-B831-400B-9F81-21998BE2659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24EE1-DE1D-468F-B9C6-71AB286074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448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5DC1-B831-400B-9F81-21998BE2659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24EE1-DE1D-468F-B9C6-71AB286074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808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6AA5DC1-B831-400B-9F81-21998BE2659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B24EE1-DE1D-468F-B9C6-71AB286074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622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5DC1-B831-400B-9F81-21998BE2659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24EE1-DE1D-468F-B9C6-71AB286074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772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5DC1-B831-400B-9F81-21998BE2659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24EE1-DE1D-468F-B9C6-71AB286074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770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A5DC1-B831-400B-9F81-21998BE2659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24EE1-DE1D-468F-B9C6-71AB286074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843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6AA5DC1-B831-400B-9F81-21998BE2659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CB24EE1-DE1D-468F-B9C6-71AB2860749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2273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E7D82-4ADC-E728-2C21-D0B5FD43A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8417" y="1372942"/>
            <a:ext cx="7419446" cy="1381125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NEWS READER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D2FA8-A133-48F6-A083-629CBDFE3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881" y="2779437"/>
            <a:ext cx="7609713" cy="669924"/>
          </a:xfrm>
        </p:spPr>
        <p:txBody>
          <a:bodyPr>
            <a:normAutofit/>
          </a:bodyPr>
          <a:lstStyle/>
          <a:p>
            <a:pPr algn="ctr">
              <a:lnSpc>
                <a:spcPts val="2100"/>
              </a:lnSpc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Project Documentation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EFA385-D50C-A493-07B2-4CA8C3ED9E79}"/>
              </a:ext>
            </a:extLst>
          </p:cNvPr>
          <p:cNvSpPr txBox="1"/>
          <p:nvPr/>
        </p:nvSpPr>
        <p:spPr>
          <a:xfrm>
            <a:off x="4382444" y="3876100"/>
            <a:ext cx="35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To</a:t>
            </a:r>
            <a:r>
              <a:rPr lang="en-US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Prof. Abizer Sir</a:t>
            </a:r>
            <a:endParaRPr lang="en-US" u="sng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4A136A-C962-7D30-E757-DC888E3EA5B9}"/>
              </a:ext>
            </a:extLst>
          </p:cNvPr>
          <p:cNvSpPr txBox="1"/>
          <p:nvPr/>
        </p:nvSpPr>
        <p:spPr>
          <a:xfrm>
            <a:off x="2608881" y="4398917"/>
            <a:ext cx="7753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College: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Sagar Institute of Science and Technology (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SISTec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GN)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B96AAE-DDD6-2172-E132-8480DD0C9D06}"/>
              </a:ext>
            </a:extLst>
          </p:cNvPr>
          <p:cNvSpPr/>
          <p:nvPr/>
        </p:nvSpPr>
        <p:spPr>
          <a:xfrm>
            <a:off x="2986824" y="5291066"/>
            <a:ext cx="6542291" cy="88085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KUNAL DANGI</a:t>
            </a:r>
            <a:br>
              <a:rPr lang="en-GB" sz="24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0187CS231101</a:t>
            </a:r>
            <a:endParaRPr lang="en-IN" sz="2400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AFB8D5-433E-31DC-8536-E350DBF3E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067" y="66243"/>
            <a:ext cx="1415298" cy="15979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2C1207-1990-2F0E-E417-FC5274E7FEEE}"/>
              </a:ext>
            </a:extLst>
          </p:cNvPr>
          <p:cNvSpPr txBox="1"/>
          <p:nvPr/>
        </p:nvSpPr>
        <p:spPr>
          <a:xfrm>
            <a:off x="10218594" y="6475344"/>
            <a:ext cx="219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 Rounded MT Bold" panose="020F0704030504030204" pitchFamily="34" charset="0"/>
              </a:rPr>
              <a:t>0187CS231101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812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D5B149-6EBB-2922-A0CD-4C8A4E9A3396}"/>
              </a:ext>
            </a:extLst>
          </p:cNvPr>
          <p:cNvSpPr txBox="1"/>
          <p:nvPr/>
        </p:nvSpPr>
        <p:spPr>
          <a:xfrm>
            <a:off x="628649" y="439015"/>
            <a:ext cx="80929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u="sng" dirty="0">
                <a:solidFill>
                  <a:schemeClr val="accent2">
                    <a:lumMod val="75000"/>
                  </a:schemeClr>
                </a:solidFill>
              </a:rPr>
              <a:t>Project Overview &amp; Key Features :-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E1AFC-75AE-19D9-E267-AF42694333DD}"/>
              </a:ext>
            </a:extLst>
          </p:cNvPr>
          <p:cNvSpPr txBox="1"/>
          <p:nvPr/>
        </p:nvSpPr>
        <p:spPr>
          <a:xfrm>
            <a:off x="628649" y="1566952"/>
            <a:ext cx="107061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b="1" dirty="0"/>
              <a:t>Purpose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sz="2000" dirty="0"/>
              <a:t>Fetch latest news articles from the internet using the </a:t>
            </a:r>
            <a:r>
              <a:rPr lang="en-GB" sz="2000" b="1" dirty="0" err="1"/>
              <a:t>GNews</a:t>
            </a:r>
            <a:r>
              <a:rPr lang="en-GB" sz="2000" b="1" dirty="0"/>
              <a:t> API</a:t>
            </a:r>
            <a:endParaRPr lang="en-GB" b="1" dirty="0"/>
          </a:p>
          <a:p>
            <a:endParaRPr lang="en-GB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b="1" dirty="0"/>
              <a:t>Key Functions</a:t>
            </a:r>
            <a:r>
              <a:rPr lang="en-GB" b="1" dirty="0"/>
              <a:t>:  </a:t>
            </a:r>
            <a:r>
              <a:rPr lang="en-GB" sz="2000" dirty="0"/>
              <a:t>API integration using requests</a:t>
            </a:r>
          </a:p>
          <a:p>
            <a:pPr lvl="1"/>
            <a:r>
              <a:rPr lang="en-GB" sz="2000" dirty="0"/>
              <a:t>		  	  Convert JSON response into Python objects (Article class)</a:t>
            </a:r>
          </a:p>
          <a:p>
            <a:pPr lvl="1"/>
            <a:r>
              <a:rPr lang="en-GB" sz="2000" dirty="0"/>
              <a:t>  	       		  Save news to </a:t>
            </a:r>
            <a:r>
              <a:rPr lang="en-GB" sz="2000" b="1" dirty="0"/>
              <a:t>TXT or JSON</a:t>
            </a:r>
            <a:r>
              <a:rPr lang="en-GB" sz="2000" dirty="0"/>
              <a:t> file</a:t>
            </a:r>
          </a:p>
          <a:p>
            <a:pPr lvl="1"/>
            <a:endParaRPr lang="en-GB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b="1" dirty="0"/>
              <a:t>Core Concepts</a:t>
            </a:r>
            <a:r>
              <a:rPr lang="en-GB" b="1" dirty="0"/>
              <a:t>:  </a:t>
            </a:r>
            <a:r>
              <a:rPr lang="en-GB" sz="2000" dirty="0"/>
              <a:t>Object Oriented Programming (classes, objects, methods)</a:t>
            </a:r>
          </a:p>
          <a:p>
            <a:pPr lvl="1"/>
            <a:r>
              <a:rPr lang="en-GB" sz="2000" dirty="0"/>
              <a:t>		   	   Exception Handling with </a:t>
            </a:r>
            <a:r>
              <a:rPr lang="en-GB" sz="2000" b="1" dirty="0"/>
              <a:t>custom exceptions</a:t>
            </a:r>
            <a:endParaRPr lang="en-GB" sz="2000" dirty="0"/>
          </a:p>
          <a:p>
            <a:pPr lvl="1"/>
            <a:r>
              <a:rPr lang="en-GB" sz="2000" dirty="0"/>
              <a:t>		   	   File handling and formatted output</a:t>
            </a:r>
          </a:p>
          <a:p>
            <a:pPr lvl="1"/>
            <a:endParaRPr lang="en-GB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b="1" dirty="0"/>
              <a:t>Use Case</a:t>
            </a:r>
            <a:r>
              <a:rPr lang="en-GB" b="1" dirty="0"/>
              <a:t>:  </a:t>
            </a:r>
            <a:r>
              <a:rPr lang="en-GB" sz="2000" dirty="0"/>
              <a:t>Quickly download topic-wise news (Hindi / English) to read offline or keep as reference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40BAB0-3D32-06F0-B92C-980A49EAB98B}"/>
              </a:ext>
            </a:extLst>
          </p:cNvPr>
          <p:cNvSpPr txBox="1"/>
          <p:nvPr/>
        </p:nvSpPr>
        <p:spPr>
          <a:xfrm>
            <a:off x="10268365" y="6439764"/>
            <a:ext cx="1887192" cy="37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 Rounded MT Bold" panose="020F0704030504030204" pitchFamily="34" charset="0"/>
              </a:rPr>
              <a:t>0187CS231101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886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2CDF852-61F3-4BFB-85E9-B21D761B8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27" y="1075911"/>
            <a:ext cx="3826830" cy="4706178"/>
          </a:xfrm>
          <a:prstGeom prst="rect">
            <a:avLst/>
          </a:prstGeom>
        </p:spPr>
      </p:pic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181AC81-D924-A7AC-3344-66ED138BD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753" y="1075913"/>
            <a:ext cx="3669043" cy="4706176"/>
          </a:xfrm>
          <a:prstGeom prst="rect">
            <a:avLst/>
          </a:prstGeom>
        </p:spPr>
      </p:pic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3B2A361-C7DA-7D36-597E-DC48D25B4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9992" y="1075911"/>
            <a:ext cx="3970764" cy="47061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AEDF85-4DA0-C9AB-829D-92A0ED86A565}"/>
              </a:ext>
            </a:extLst>
          </p:cNvPr>
          <p:cNvSpPr txBox="1"/>
          <p:nvPr/>
        </p:nvSpPr>
        <p:spPr>
          <a:xfrm>
            <a:off x="319295" y="188051"/>
            <a:ext cx="60951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u="sng" dirty="0">
                <a:solidFill>
                  <a:schemeClr val="accent2">
                    <a:lumMod val="75000"/>
                  </a:schemeClr>
                </a:solidFill>
              </a:rPr>
              <a:t>CODE  :-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713936-A629-EDA6-0378-B411F503CFA6}"/>
              </a:ext>
            </a:extLst>
          </p:cNvPr>
          <p:cNvSpPr txBox="1"/>
          <p:nvPr/>
        </p:nvSpPr>
        <p:spPr>
          <a:xfrm>
            <a:off x="10288242" y="6444734"/>
            <a:ext cx="2160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 Rounded MT Bold" panose="020F0704030504030204" pitchFamily="34" charset="0"/>
              </a:rPr>
              <a:t>0187CS231101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54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">
            <a:extLst>
              <a:ext uri="{FF2B5EF4-FFF2-40B4-BE49-F238E27FC236}">
                <a16:creationId xmlns:a16="http://schemas.microsoft.com/office/drawing/2014/main" id="{564846EB-4C08-1394-E5ED-C788BB1F2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47" y="1181836"/>
            <a:ext cx="11306175" cy="39973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9DF2E4-7453-3C39-68DC-A32FCEDA40F3}"/>
              </a:ext>
            </a:extLst>
          </p:cNvPr>
          <p:cNvSpPr txBox="1"/>
          <p:nvPr/>
        </p:nvSpPr>
        <p:spPr>
          <a:xfrm>
            <a:off x="442912" y="207930"/>
            <a:ext cx="6095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u="sng" dirty="0">
                <a:solidFill>
                  <a:schemeClr val="accent2">
                    <a:lumMod val="75000"/>
                  </a:schemeClr>
                </a:solidFill>
              </a:rPr>
              <a:t>Code Execution Output :-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667450-B446-B6EA-20EC-F50E805ED864}"/>
              </a:ext>
            </a:extLst>
          </p:cNvPr>
          <p:cNvSpPr txBox="1"/>
          <p:nvPr/>
        </p:nvSpPr>
        <p:spPr>
          <a:xfrm>
            <a:off x="442912" y="5242892"/>
            <a:ext cx="10923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User chooses language → User enters topic → API fetches news → Program asks format (TXT/JSON) → File gets saved in Downloads → User reads the news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89386B-98B3-0146-226F-B02F587951EA}"/>
              </a:ext>
            </a:extLst>
          </p:cNvPr>
          <p:cNvSpPr txBox="1"/>
          <p:nvPr/>
        </p:nvSpPr>
        <p:spPr>
          <a:xfrm>
            <a:off x="10270021" y="6439764"/>
            <a:ext cx="1921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 Rounded MT Bold" panose="020F0704030504030204" pitchFamily="34" charset="0"/>
              </a:rPr>
              <a:t>0187CS231101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414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9AB545-4479-9555-CE58-A85A1F412C97}"/>
              </a:ext>
            </a:extLst>
          </p:cNvPr>
          <p:cNvSpPr/>
          <p:nvPr/>
        </p:nvSpPr>
        <p:spPr>
          <a:xfrm>
            <a:off x="979005" y="1679102"/>
            <a:ext cx="9909313" cy="38215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A text on a white background&#10;&#10;AI-generated content may be incorrect.">
            <a:extLst>
              <a:ext uri="{FF2B5EF4-FFF2-40B4-BE49-F238E27FC236}">
                <a16:creationId xmlns:a16="http://schemas.microsoft.com/office/drawing/2014/main" id="{E13D4870-1CDB-37BC-0390-B8CA35533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482" y="2714951"/>
            <a:ext cx="3953427" cy="174989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DF2B3D5-0245-35E5-08CF-DB7270175A5C}"/>
              </a:ext>
            </a:extLst>
          </p:cNvPr>
          <p:cNvSpPr/>
          <p:nvPr/>
        </p:nvSpPr>
        <p:spPr>
          <a:xfrm>
            <a:off x="5180909" y="2714950"/>
            <a:ext cx="5374448" cy="17498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EAF6DF-8B25-B83A-DF57-008A1D9248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574" t="41129" r="4313"/>
          <a:stretch>
            <a:fillRect/>
          </a:stretch>
        </p:blipFill>
        <p:spPr>
          <a:xfrm>
            <a:off x="7203800" y="3248460"/>
            <a:ext cx="3066221" cy="6828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D20CC21-0580-2D65-BBEF-19F707A1713F}"/>
              </a:ext>
            </a:extLst>
          </p:cNvPr>
          <p:cNvSpPr txBox="1"/>
          <p:nvPr/>
        </p:nvSpPr>
        <p:spPr>
          <a:xfrm>
            <a:off x="498197" y="694138"/>
            <a:ext cx="8601075" cy="51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40"/>
              </a:lnSpc>
            </a:pPr>
            <a:r>
              <a:rPr lang="en-US" sz="3600" b="1" u="sng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Process &amp; Final Output :- </a:t>
            </a:r>
            <a:endParaRPr lang="en-US" sz="3600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AE2E6E-DD98-AFA5-82B6-0C3FF7E7A64C}"/>
              </a:ext>
            </a:extLst>
          </p:cNvPr>
          <p:cNvSpPr txBox="1"/>
          <p:nvPr/>
        </p:nvSpPr>
        <p:spPr>
          <a:xfrm>
            <a:off x="10270021" y="6424856"/>
            <a:ext cx="1921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 Rounded MT Bold" panose="020F0704030504030204" pitchFamily="34" charset="0"/>
              </a:rPr>
              <a:t>0187CS231101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742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9982CD-F3DD-4C18-A286-3A87727C195C}"/>
              </a:ext>
            </a:extLst>
          </p:cNvPr>
          <p:cNvSpPr/>
          <p:nvPr/>
        </p:nvSpPr>
        <p:spPr>
          <a:xfrm>
            <a:off x="1341783" y="695739"/>
            <a:ext cx="9467021" cy="47658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F955D-CC80-E0FC-82E0-5621141C127A}"/>
              </a:ext>
            </a:extLst>
          </p:cNvPr>
          <p:cNvSpPr txBox="1"/>
          <p:nvPr/>
        </p:nvSpPr>
        <p:spPr>
          <a:xfrm>
            <a:off x="2085561" y="1222513"/>
            <a:ext cx="8020878" cy="36327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7F9964-28C2-651F-943A-9D9FC7196A70}"/>
              </a:ext>
            </a:extLst>
          </p:cNvPr>
          <p:cNvSpPr txBox="1"/>
          <p:nvPr/>
        </p:nvSpPr>
        <p:spPr>
          <a:xfrm>
            <a:off x="4015409" y="2598003"/>
            <a:ext cx="67337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accent2">
                    <a:lumMod val="75000"/>
                  </a:schemeClr>
                </a:solidFill>
              </a:rPr>
              <a:t>THANK  YOU  !!</a:t>
            </a:r>
            <a:endParaRPr lang="en-IN" sz="5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5073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130</TotalTime>
  <Words>187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Rounded MT Bold</vt:lpstr>
      <vt:lpstr>Calibri</vt:lpstr>
      <vt:lpstr>Calibri Light</vt:lpstr>
      <vt:lpstr>Wingdings</vt:lpstr>
      <vt:lpstr>Retrospect</vt:lpstr>
      <vt:lpstr>DAILY NEWS READER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DANGI</dc:creator>
  <cp:lastModifiedBy>KUNAL DANGI</cp:lastModifiedBy>
  <cp:revision>1</cp:revision>
  <dcterms:created xsi:type="dcterms:W3CDTF">2025-12-09T17:17:27Z</dcterms:created>
  <dcterms:modified xsi:type="dcterms:W3CDTF">2025-12-09T19:28:14Z</dcterms:modified>
</cp:coreProperties>
</file>